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Intelligent Information Condensation System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IICS Project Presentation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Intelligent Information Condensation System (IICS)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Transforming Long Documents into Actionable Insights using Generative AI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Challenge of Information Overload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Professionals and students review massive amounts of documentation daily.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Manually reading and extracting key insights from long reports, research papers, or legal docs is time-consuming.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High risk of missing critical details due to cognitive fatigue.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Our Proposed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What it is: A full-stack web application that digests large documents (PDFs) and condenses them into readable summaries.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333333"/>
                </a:solidFill>
              </a:rPr>
              <a:t>How it works: Users securely upload documents, and our system uses advanced LLMs to extract, analyze, and summarize the text.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333333"/>
                </a:solidFill>
              </a:rPr>
              <a:t>The Result: Hours of reading reduced to minutes, with key metrics and insights highlighted instantly.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Core Capabilities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Secure User Authentication: Encrypted login and registration for personalized usage.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Dynamic File Parsing: Seamless extraction of text from complex PDFs.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AI Condensation Engine: Deep text analysis using Google Generative AI (Gemini).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Persistent History Dashboard: Users can access all previously condensed documents in their personal database.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System Specifications &amp; 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Frontend: React 19, Vite, Tailwind CSS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Backend: Node.js, Express.js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Database: MongoDB (via Mongoose)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AI / Model: Google Generative AI (Gemini API)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Key Libraries: pdfjs-dist (parsing), JWT &amp; bcrypt (security)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System Architecture Overview &amp; Data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Client uploads a document via the React UI.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The Node.js server intercepts the file using Multer.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PDF text is extracted and sent to the Gemini API.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The AI returns a structured JSON summary.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Data is saved to MongoDB and served back to the user.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Frontend UI/UX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Built for speed and accessibility using React Router.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Visual Analytics: Uses custom components like CircularProgressBar and KeyMetrics to quantify information.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Lazy Loading: Routes load asynchronously to ensure a lightning-fast initial front-end load time.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Clean styling using Tailwind CSS for a professional glassmorphism look.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Backend &amp; Security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RESTful API Structure: Clean separation of routes (/api/users, /api/docs, /api/tasks).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Security: JSON Web Tokens (JWT) for secure session establishment and bcrypt for password hashing.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Global Error Handling: Custom middleware ensures the application remains stable during bad requests or API failures.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Harnessing Google Gemini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Prompt Engineering designed to efficiently extract core insights.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Categories Extracted: 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  • Executive Summaries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  • Bulleted Key Points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  • Actionable Tasks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Fast inference times reducing the wait between upload and result.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Performance &amp; Optimization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~6,000 lines of original, optimized React and Node code.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Database models are normalized, storing only essential summary data to keep storage costs minimal.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Offloading heavy AI computation to the cloud prevents local machine slowdowns.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Future Enhancements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Multi-Format Uploads: Support for Word documents (.docx), Excel files, and direct Website URLs.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Batch Processing: Uploading multiple documents at once for a unified summary.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Export Capabilities: Allow users to download summaries as clean PDFs or share them via direct links.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Conclusion &amp; Highlights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Successfully bridges the gap between massive data and human comprehension.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Empowering users to read less, and understand more.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Thank You!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Information Condensation System Outline</dc:title>
  <dc:subject>Project Presentation</dc:subject>
  <dc:creator>Intelligent Information Condensation System</dc:creator>
  <cp:lastModifiedBy>Intelligent Information Condensation System</cp:lastModifiedBy>
  <cp:revision>1</cp:revision>
  <dcterms:created xsi:type="dcterms:W3CDTF">2026-04-10T06:41:04Z</dcterms:created>
  <dcterms:modified xsi:type="dcterms:W3CDTF">2026-04-10T06:41:04Z</dcterms:modified>
</cp:coreProperties>
</file>